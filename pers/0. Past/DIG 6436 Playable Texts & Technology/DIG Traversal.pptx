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f8ceda1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f8ceda1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f8ceda1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f8ceda1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f8ceda1d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f8ceda1d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f8ceda1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f8ceda1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393450"/>
            <a:ext cx="7136700" cy="14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60"/>
              <a:t>Traversal of Anna </a:t>
            </a:r>
            <a:r>
              <a:rPr lang="en" sz="4260"/>
              <a:t>Anthropy’s </a:t>
            </a:r>
            <a:r>
              <a:rPr i="1" lang="en" sz="4260"/>
              <a:t>Queers in Love at the End of the World</a:t>
            </a:r>
            <a:endParaRPr i="1" sz="426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Vee Kennedy, for Dr. Salter’s Fall ‘23 Playable Texts &amp; Technology Course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13770" l="10962" r="39967" t="19771"/>
          <a:stretch/>
        </p:blipFill>
        <p:spPr>
          <a:xfrm>
            <a:off x="0" y="42750"/>
            <a:ext cx="4486876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4">
            <a:alphaModFix/>
          </a:blip>
          <a:srcRect b="5494" l="27762" r="28578" t="18186"/>
          <a:stretch/>
        </p:blipFill>
        <p:spPr>
          <a:xfrm>
            <a:off x="4671500" y="427799"/>
            <a:ext cx="4070099" cy="399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20889" l="26292" r="11285" t="18456"/>
          <a:stretch/>
        </p:blipFill>
        <p:spPr>
          <a:xfrm>
            <a:off x="577250" y="239350"/>
            <a:ext cx="8085774" cy="44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11986" l="70797" r="5157" t="13564"/>
          <a:stretch/>
        </p:blipFill>
        <p:spPr>
          <a:xfrm>
            <a:off x="-1" y="0"/>
            <a:ext cx="3860101" cy="560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Referenced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66325"/>
            <a:ext cx="8520600" cy="3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Burak, Asi, and Laura Parker. “The Power of Twine.”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Polygon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 Feb. 2017, https://www.polygon.com/2017/2/2/14484616/power-play-excerpt.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Burdick, Anne, et al.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Digital_Humanities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MIT Press, 2012.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Ellison, Cara. “Anna Anthropy and the Twine Revolution.”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Guardian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10 Apr. 2013.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Guardian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https://www.theguardian.com/technology/gamesblog/2013/apr/10/anna-anthropy-twine-revolution.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Fuller, Eden. “Designing Queer Narratives with Twine.”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Brinkbit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22 June 2017, https://medium.com/brinkbit/designing-queer-narratives-with-twine-865f1abae516.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Hayles, N. Katherine.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Electronic Literature: New Horizons for the Literary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University of Notre Dame, 2008.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“Queers in Love at the End of the World by Anna Anthropy.”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Itch.Io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https://w.itch.io/end-of-the-world. Accessed 17 Sept. 2023.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Salter, Anastasia, and Stuart Moulthrop. “Queer Twine and Camp.”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Twining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Amherst College Press, 2021, pp. 205–30.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JSTOR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https://www.jstor.org/stable/10.3998/mpub.12255695.10.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Twining: Critical and Creative Approaches to Hypertext Narratives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Amherst College Press, 2021.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Video-Game Designer Anna Anthropy Describes the Life of a Radical, Queer, Transgender Gamer - POLITICO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https://www.politico.com/states/new-york/city-hall/story/2012/04/video-game-designer-anna-anthropy-describes-the-life-of-a-radical-queer-transgender-gamer-067223. Accessed 11 Sept. 2023.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