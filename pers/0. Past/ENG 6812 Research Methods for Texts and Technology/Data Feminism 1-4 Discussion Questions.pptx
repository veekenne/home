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embeddedFontLst>
    <p:embeddedFont>
      <p:font typeface="Amatic SC"/>
      <p:regular r:id="rId11"/>
      <p:bold r:id="rId12"/>
    </p:embeddedFont>
    <p:embeddedFont>
      <p:font typeface="Source Code Pro"/>
      <p:regular r:id="rId13"/>
      <p:bold r:id="rId14"/>
      <p:italic r:id="rId15"/>
      <p:boldItalic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AmaticSC-regular.fntdata"/><Relationship Id="rId10" Type="http://schemas.openxmlformats.org/officeDocument/2006/relationships/slide" Target="slides/slide5.xml"/><Relationship Id="rId13" Type="http://schemas.openxmlformats.org/officeDocument/2006/relationships/font" Target="fonts/SourceCodePro-regular.fntdata"/><Relationship Id="rId12" Type="http://schemas.openxmlformats.org/officeDocument/2006/relationships/font" Target="fonts/AmaticSC-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SourceCodePro-italic.fntdata"/><Relationship Id="rId14" Type="http://schemas.openxmlformats.org/officeDocument/2006/relationships/font" Target="fonts/SourceCodePro-bold.fntdata"/><Relationship Id="rId16" Type="http://schemas.openxmlformats.org/officeDocument/2006/relationships/font" Target="fonts/SourceCodePr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1eb45f17e1d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1eb45f17e1d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1eb45f17e1d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1eb45f17e1d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1eb45f17e1d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1eb45f17e1d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1eb45f17e1d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1eb45f17e1d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3429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311700" y="392150"/>
            <a:ext cx="8520600" cy="26904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8000"/>
              <a:buNone/>
              <a:defRPr sz="8000"/>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p:txBody>
      </p:sp>
      <p:sp>
        <p:nvSpPr>
          <p:cNvPr id="12" name="Google Shape;12;p2"/>
          <p:cNvSpPr txBox="1"/>
          <p:nvPr>
            <p:ph idx="1" type="subTitle"/>
          </p:nvPr>
        </p:nvSpPr>
        <p:spPr>
          <a:xfrm>
            <a:off x="311700" y="3890400"/>
            <a:ext cx="8520600" cy="7062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Clr>
                <a:schemeClr val="accent1"/>
              </a:buClr>
              <a:buSzPts val="2100"/>
              <a:buNone/>
              <a:defRPr b="1" sz="2100">
                <a:solidFill>
                  <a:schemeClr val="accent1"/>
                </a:solidFill>
              </a:defRPr>
            </a:lvl1pPr>
            <a:lvl2pPr lvl="1" algn="ctr">
              <a:lnSpc>
                <a:spcPct val="100000"/>
              </a:lnSpc>
              <a:spcBef>
                <a:spcPts val="0"/>
              </a:spcBef>
              <a:spcAft>
                <a:spcPts val="0"/>
              </a:spcAft>
              <a:buClr>
                <a:schemeClr val="accent1"/>
              </a:buClr>
              <a:buSzPts val="2100"/>
              <a:buNone/>
              <a:defRPr b="1" sz="2100">
                <a:solidFill>
                  <a:schemeClr val="accent1"/>
                </a:solidFill>
              </a:defRPr>
            </a:lvl2pPr>
            <a:lvl3pPr lvl="2" algn="ctr">
              <a:lnSpc>
                <a:spcPct val="100000"/>
              </a:lnSpc>
              <a:spcBef>
                <a:spcPts val="0"/>
              </a:spcBef>
              <a:spcAft>
                <a:spcPts val="0"/>
              </a:spcAft>
              <a:buClr>
                <a:schemeClr val="accent1"/>
              </a:buClr>
              <a:buSzPts val="2100"/>
              <a:buNone/>
              <a:defRPr b="1" sz="2100">
                <a:solidFill>
                  <a:schemeClr val="accent1"/>
                </a:solidFill>
              </a:defRPr>
            </a:lvl3pPr>
            <a:lvl4pPr lvl="3" algn="ctr">
              <a:lnSpc>
                <a:spcPct val="100000"/>
              </a:lnSpc>
              <a:spcBef>
                <a:spcPts val="0"/>
              </a:spcBef>
              <a:spcAft>
                <a:spcPts val="0"/>
              </a:spcAft>
              <a:buClr>
                <a:schemeClr val="accent1"/>
              </a:buClr>
              <a:buSzPts val="2100"/>
              <a:buNone/>
              <a:defRPr b="1" sz="2100">
                <a:solidFill>
                  <a:schemeClr val="accent1"/>
                </a:solidFill>
              </a:defRPr>
            </a:lvl4pPr>
            <a:lvl5pPr lvl="4" algn="ctr">
              <a:lnSpc>
                <a:spcPct val="100000"/>
              </a:lnSpc>
              <a:spcBef>
                <a:spcPts val="0"/>
              </a:spcBef>
              <a:spcAft>
                <a:spcPts val="0"/>
              </a:spcAft>
              <a:buClr>
                <a:schemeClr val="accent1"/>
              </a:buClr>
              <a:buSzPts val="2100"/>
              <a:buNone/>
              <a:defRPr b="1" sz="2100">
                <a:solidFill>
                  <a:schemeClr val="accent1"/>
                </a:solidFill>
              </a:defRPr>
            </a:lvl5pPr>
            <a:lvl6pPr lvl="5" algn="ctr">
              <a:lnSpc>
                <a:spcPct val="100000"/>
              </a:lnSpc>
              <a:spcBef>
                <a:spcPts val="0"/>
              </a:spcBef>
              <a:spcAft>
                <a:spcPts val="0"/>
              </a:spcAft>
              <a:buClr>
                <a:schemeClr val="accent1"/>
              </a:buClr>
              <a:buSzPts val="2100"/>
              <a:buNone/>
              <a:defRPr b="1" sz="2100">
                <a:solidFill>
                  <a:schemeClr val="accent1"/>
                </a:solidFill>
              </a:defRPr>
            </a:lvl6pPr>
            <a:lvl7pPr lvl="6" algn="ctr">
              <a:lnSpc>
                <a:spcPct val="100000"/>
              </a:lnSpc>
              <a:spcBef>
                <a:spcPts val="0"/>
              </a:spcBef>
              <a:spcAft>
                <a:spcPts val="0"/>
              </a:spcAft>
              <a:buClr>
                <a:schemeClr val="accent1"/>
              </a:buClr>
              <a:buSzPts val="2100"/>
              <a:buNone/>
              <a:defRPr b="1" sz="2100">
                <a:solidFill>
                  <a:schemeClr val="accent1"/>
                </a:solidFill>
              </a:defRPr>
            </a:lvl7pPr>
            <a:lvl8pPr lvl="7" algn="ctr">
              <a:lnSpc>
                <a:spcPct val="100000"/>
              </a:lnSpc>
              <a:spcBef>
                <a:spcPts val="0"/>
              </a:spcBef>
              <a:spcAft>
                <a:spcPts val="0"/>
              </a:spcAft>
              <a:buClr>
                <a:schemeClr val="accent1"/>
              </a:buClr>
              <a:buSzPts val="2100"/>
              <a:buNone/>
              <a:defRPr b="1" sz="2100">
                <a:solidFill>
                  <a:schemeClr val="accent1"/>
                </a:solidFill>
              </a:defRPr>
            </a:lvl8pPr>
            <a:lvl9pPr lvl="8" algn="ctr">
              <a:lnSpc>
                <a:spcPct val="100000"/>
              </a:lnSpc>
              <a:spcBef>
                <a:spcPts val="0"/>
              </a:spcBef>
              <a:spcAft>
                <a:spcPts val="0"/>
              </a:spcAft>
              <a:buClr>
                <a:schemeClr val="accent1"/>
              </a:buClr>
              <a:buSzPts val="2100"/>
              <a:buNone/>
              <a:defRPr b="1" sz="2100">
                <a:solidFill>
                  <a:schemeClr val="accen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2802750" y="802500"/>
            <a:ext cx="3538500" cy="3538500"/>
          </a:xfrm>
          <a:prstGeom prst="rect">
            <a:avLst/>
          </a:prstGeom>
          <a:solidFill>
            <a:srgbClr val="FFFFFF"/>
          </a:solidFill>
        </p:spPr>
        <p:txBody>
          <a:bodyPr anchorCtr="0" anchor="ctr"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19" name="Google Shape;19;p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5"/>
          <p:cNvSpPr txBox="1"/>
          <p:nvPr>
            <p:ph idx="1" type="body"/>
          </p:nvPr>
        </p:nvSpPr>
        <p:spPr>
          <a:xfrm>
            <a:off x="311700" y="1228675"/>
            <a:ext cx="3999900" cy="334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2" type="body"/>
          </p:nvPr>
        </p:nvSpPr>
        <p:spPr>
          <a:xfrm>
            <a:off x="4832400" y="1228675"/>
            <a:ext cx="3999900" cy="334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04800" y="309350"/>
            <a:ext cx="8537700" cy="7482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sz="3000">
                <a:highlight>
                  <a:schemeClr val="dk1"/>
                </a:highlight>
              </a:defRPr>
            </a:lvl1pPr>
            <a:lvl2pPr lvl="1">
              <a:spcBef>
                <a:spcPts val="0"/>
              </a:spcBef>
              <a:spcAft>
                <a:spcPts val="0"/>
              </a:spcAft>
              <a:buSzPts val="3000"/>
              <a:buNone/>
              <a:defRPr sz="3000">
                <a:highlight>
                  <a:schemeClr val="dk1"/>
                </a:highlight>
              </a:defRPr>
            </a:lvl2pPr>
            <a:lvl3pPr lvl="2">
              <a:spcBef>
                <a:spcPts val="0"/>
              </a:spcBef>
              <a:spcAft>
                <a:spcPts val="0"/>
              </a:spcAft>
              <a:buSzPts val="3000"/>
              <a:buNone/>
              <a:defRPr sz="3000">
                <a:highlight>
                  <a:schemeClr val="dk1"/>
                </a:highlight>
              </a:defRPr>
            </a:lvl3pPr>
            <a:lvl4pPr lvl="3">
              <a:spcBef>
                <a:spcPts val="0"/>
              </a:spcBef>
              <a:spcAft>
                <a:spcPts val="0"/>
              </a:spcAft>
              <a:buSzPts val="3000"/>
              <a:buNone/>
              <a:defRPr sz="3000">
                <a:highlight>
                  <a:schemeClr val="dk1"/>
                </a:highlight>
              </a:defRPr>
            </a:lvl4pPr>
            <a:lvl5pPr lvl="4">
              <a:spcBef>
                <a:spcPts val="0"/>
              </a:spcBef>
              <a:spcAft>
                <a:spcPts val="0"/>
              </a:spcAft>
              <a:buSzPts val="3000"/>
              <a:buNone/>
              <a:defRPr sz="3000">
                <a:highlight>
                  <a:schemeClr val="dk1"/>
                </a:highlight>
              </a:defRPr>
            </a:lvl5pPr>
            <a:lvl6pPr lvl="5">
              <a:spcBef>
                <a:spcPts val="0"/>
              </a:spcBef>
              <a:spcAft>
                <a:spcPts val="0"/>
              </a:spcAft>
              <a:buSzPts val="3000"/>
              <a:buNone/>
              <a:defRPr sz="3000">
                <a:highlight>
                  <a:schemeClr val="dk1"/>
                </a:highlight>
              </a:defRPr>
            </a:lvl6pPr>
            <a:lvl7pPr lvl="6">
              <a:spcBef>
                <a:spcPts val="0"/>
              </a:spcBef>
              <a:spcAft>
                <a:spcPts val="0"/>
              </a:spcAft>
              <a:buSzPts val="3000"/>
              <a:buNone/>
              <a:defRPr sz="3000">
                <a:highlight>
                  <a:schemeClr val="dk1"/>
                </a:highlight>
              </a:defRPr>
            </a:lvl7pPr>
            <a:lvl8pPr lvl="7">
              <a:spcBef>
                <a:spcPts val="0"/>
              </a:spcBef>
              <a:spcAft>
                <a:spcPts val="0"/>
              </a:spcAft>
              <a:buSzPts val="3000"/>
              <a:buNone/>
              <a:defRPr sz="3000">
                <a:highlight>
                  <a:schemeClr val="dk1"/>
                </a:highlight>
              </a:defRPr>
            </a:lvl8pPr>
            <a:lvl9pPr lvl="8">
              <a:spcBef>
                <a:spcPts val="0"/>
              </a:spcBef>
              <a:spcAft>
                <a:spcPts val="0"/>
              </a:spcAft>
              <a:buSzPts val="3000"/>
              <a:buNone/>
              <a:defRPr sz="3000">
                <a:highlight>
                  <a:schemeClr val="dk1"/>
                </a:highlight>
              </a:defRPr>
            </a:lvl9pPr>
          </a:lstStyle>
          <a:p/>
        </p:txBody>
      </p:sp>
      <p:sp>
        <p:nvSpPr>
          <p:cNvPr id="31" name="Google Shape;31;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33" name="Shape 33"/>
        <p:cNvGrpSpPr/>
        <p:nvPr/>
      </p:nvGrpSpPr>
      <p:grpSpPr>
        <a:xfrm>
          <a:off x="0" y="0"/>
          <a:ext cx="0" cy="0"/>
          <a:chOff x="0" y="0"/>
          <a:chExt cx="0" cy="0"/>
        </a:xfrm>
      </p:grpSpPr>
      <p:sp>
        <p:nvSpPr>
          <p:cNvPr id="34" name="Google Shape;34;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6000"/>
              <a:buNone/>
              <a:defRPr sz="6000">
                <a:solidFill>
                  <a:schemeClr val="lt1"/>
                </a:solidFill>
              </a:defRPr>
            </a:lvl1pPr>
            <a:lvl2pPr lvl="1">
              <a:spcBef>
                <a:spcPts val="0"/>
              </a:spcBef>
              <a:spcAft>
                <a:spcPts val="0"/>
              </a:spcAft>
              <a:buClr>
                <a:schemeClr val="lt1"/>
              </a:buClr>
              <a:buSzPts val="6000"/>
              <a:buNone/>
              <a:defRPr sz="6000">
                <a:solidFill>
                  <a:schemeClr val="lt1"/>
                </a:solidFill>
              </a:defRPr>
            </a:lvl2pPr>
            <a:lvl3pPr lvl="2">
              <a:spcBef>
                <a:spcPts val="0"/>
              </a:spcBef>
              <a:spcAft>
                <a:spcPts val="0"/>
              </a:spcAft>
              <a:buClr>
                <a:schemeClr val="lt1"/>
              </a:buClr>
              <a:buSzPts val="6000"/>
              <a:buNone/>
              <a:defRPr sz="6000">
                <a:solidFill>
                  <a:schemeClr val="lt1"/>
                </a:solidFill>
              </a:defRPr>
            </a:lvl3pPr>
            <a:lvl4pPr lvl="3">
              <a:spcBef>
                <a:spcPts val="0"/>
              </a:spcBef>
              <a:spcAft>
                <a:spcPts val="0"/>
              </a:spcAft>
              <a:buClr>
                <a:schemeClr val="lt1"/>
              </a:buClr>
              <a:buSzPts val="6000"/>
              <a:buNone/>
              <a:defRPr sz="6000">
                <a:solidFill>
                  <a:schemeClr val="lt1"/>
                </a:solidFill>
              </a:defRPr>
            </a:lvl4pPr>
            <a:lvl5pPr lvl="4">
              <a:spcBef>
                <a:spcPts val="0"/>
              </a:spcBef>
              <a:spcAft>
                <a:spcPts val="0"/>
              </a:spcAft>
              <a:buClr>
                <a:schemeClr val="lt1"/>
              </a:buClr>
              <a:buSzPts val="6000"/>
              <a:buNone/>
              <a:defRPr sz="6000">
                <a:solidFill>
                  <a:schemeClr val="lt1"/>
                </a:solidFill>
              </a:defRPr>
            </a:lvl5pPr>
            <a:lvl6pPr lvl="5">
              <a:spcBef>
                <a:spcPts val="0"/>
              </a:spcBef>
              <a:spcAft>
                <a:spcPts val="0"/>
              </a:spcAft>
              <a:buClr>
                <a:schemeClr val="lt1"/>
              </a:buClr>
              <a:buSzPts val="6000"/>
              <a:buNone/>
              <a:defRPr sz="6000">
                <a:solidFill>
                  <a:schemeClr val="lt1"/>
                </a:solidFill>
              </a:defRPr>
            </a:lvl6pPr>
            <a:lvl7pPr lvl="6">
              <a:spcBef>
                <a:spcPts val="0"/>
              </a:spcBef>
              <a:spcAft>
                <a:spcPts val="0"/>
              </a:spcAft>
              <a:buClr>
                <a:schemeClr val="lt1"/>
              </a:buClr>
              <a:buSzPts val="6000"/>
              <a:buNone/>
              <a:defRPr sz="6000">
                <a:solidFill>
                  <a:schemeClr val="lt1"/>
                </a:solidFill>
              </a:defRPr>
            </a:lvl7pPr>
            <a:lvl8pPr lvl="7">
              <a:spcBef>
                <a:spcPts val="0"/>
              </a:spcBef>
              <a:spcAft>
                <a:spcPts val="0"/>
              </a:spcAft>
              <a:buClr>
                <a:schemeClr val="lt1"/>
              </a:buClr>
              <a:buSzPts val="6000"/>
              <a:buNone/>
              <a:defRPr sz="6000">
                <a:solidFill>
                  <a:schemeClr val="lt1"/>
                </a:solidFill>
              </a:defRPr>
            </a:lvl8pPr>
            <a:lvl9pPr lvl="8">
              <a:spcBef>
                <a:spcPts val="0"/>
              </a:spcBef>
              <a:spcAft>
                <a:spcPts val="0"/>
              </a:spcAft>
              <a:buClr>
                <a:schemeClr val="lt1"/>
              </a:buClr>
              <a:buSzPts val="6000"/>
              <a:buNone/>
              <a:defRPr sz="6000">
                <a:solidFill>
                  <a:schemeClr val="lt1"/>
                </a:solidFill>
              </a:defRPr>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 name="Google Shape;38;p9"/>
          <p:cNvCxnSpPr/>
          <p:nvPr/>
        </p:nvCxnSpPr>
        <p:spPr>
          <a:xfrm>
            <a:off x="5029675" y="4495500"/>
            <a:ext cx="468300" cy="0"/>
          </a:xfrm>
          <a:prstGeom prst="straightConnector1">
            <a:avLst/>
          </a:prstGeom>
          <a:noFill/>
          <a:ln cap="flat" cmpd="sng" w="28575">
            <a:solidFill>
              <a:schemeClr val="lt1"/>
            </a:solidFill>
            <a:prstDash val="solid"/>
            <a:round/>
            <a:headEnd len="sm" w="sm" type="none"/>
            <a:tailEnd len="sm" w="sm" type="none"/>
          </a:ln>
        </p:spPr>
      </p:cxnSp>
      <p:sp>
        <p:nvSpPr>
          <p:cNvPr id="39" name="Google Shape;39;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40" name="Google Shape;40;p9"/>
          <p:cNvSpPr txBox="1"/>
          <p:nvPr>
            <p:ph idx="1" type="subTitle"/>
          </p:nvPr>
        </p:nvSpPr>
        <p:spPr>
          <a:xfrm>
            <a:off x="265500" y="2845223"/>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1" name="Google Shape;41;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highlight>
                  <a:schemeClr val="lt1"/>
                </a:highlight>
              </a:defRPr>
            </a:lvl1pPr>
            <a:lvl2pPr indent="-317500" lvl="1" marL="914400">
              <a:spcBef>
                <a:spcPts val="0"/>
              </a:spcBef>
              <a:spcAft>
                <a:spcPts val="0"/>
              </a:spcAft>
              <a:buClr>
                <a:schemeClr val="accent1"/>
              </a:buClr>
              <a:buSzPts val="1400"/>
              <a:buChar char="○"/>
              <a:defRPr>
                <a:solidFill>
                  <a:schemeClr val="accent1"/>
                </a:solidFill>
                <a:highlight>
                  <a:schemeClr val="lt1"/>
                </a:highlight>
              </a:defRPr>
            </a:lvl2pPr>
            <a:lvl3pPr indent="-317500" lvl="2" marL="1371600">
              <a:spcBef>
                <a:spcPts val="0"/>
              </a:spcBef>
              <a:spcAft>
                <a:spcPts val="0"/>
              </a:spcAft>
              <a:buClr>
                <a:schemeClr val="accent1"/>
              </a:buClr>
              <a:buSzPts val="1400"/>
              <a:buChar char="■"/>
              <a:defRPr>
                <a:solidFill>
                  <a:schemeClr val="accent1"/>
                </a:solidFill>
                <a:highlight>
                  <a:schemeClr val="lt1"/>
                </a:highlight>
              </a:defRPr>
            </a:lvl3pPr>
            <a:lvl4pPr indent="-317500" lvl="3" marL="1828800">
              <a:spcBef>
                <a:spcPts val="0"/>
              </a:spcBef>
              <a:spcAft>
                <a:spcPts val="0"/>
              </a:spcAft>
              <a:buClr>
                <a:schemeClr val="accent1"/>
              </a:buClr>
              <a:buSzPts val="1400"/>
              <a:buChar char="●"/>
              <a:defRPr>
                <a:solidFill>
                  <a:schemeClr val="accent1"/>
                </a:solidFill>
                <a:highlight>
                  <a:schemeClr val="lt1"/>
                </a:highlight>
              </a:defRPr>
            </a:lvl4pPr>
            <a:lvl5pPr indent="-317500" lvl="4" marL="2286000">
              <a:spcBef>
                <a:spcPts val="0"/>
              </a:spcBef>
              <a:spcAft>
                <a:spcPts val="0"/>
              </a:spcAft>
              <a:buClr>
                <a:schemeClr val="accent1"/>
              </a:buClr>
              <a:buSzPts val="1400"/>
              <a:buChar char="○"/>
              <a:defRPr>
                <a:solidFill>
                  <a:schemeClr val="accent1"/>
                </a:solidFill>
                <a:highlight>
                  <a:schemeClr val="lt1"/>
                </a:highlight>
              </a:defRPr>
            </a:lvl5pPr>
            <a:lvl6pPr indent="-317500" lvl="5" marL="2743200">
              <a:spcBef>
                <a:spcPts val="0"/>
              </a:spcBef>
              <a:spcAft>
                <a:spcPts val="0"/>
              </a:spcAft>
              <a:buClr>
                <a:schemeClr val="accent1"/>
              </a:buClr>
              <a:buSzPts val="1400"/>
              <a:buChar char="■"/>
              <a:defRPr>
                <a:solidFill>
                  <a:schemeClr val="accent1"/>
                </a:solidFill>
                <a:highlight>
                  <a:schemeClr val="lt1"/>
                </a:highlight>
              </a:defRPr>
            </a:lvl6pPr>
            <a:lvl7pPr indent="-317500" lvl="6" marL="3200400">
              <a:spcBef>
                <a:spcPts val="0"/>
              </a:spcBef>
              <a:spcAft>
                <a:spcPts val="0"/>
              </a:spcAft>
              <a:buClr>
                <a:schemeClr val="accent1"/>
              </a:buClr>
              <a:buSzPts val="1400"/>
              <a:buChar char="●"/>
              <a:defRPr>
                <a:solidFill>
                  <a:schemeClr val="accent1"/>
                </a:solidFill>
                <a:highlight>
                  <a:schemeClr val="lt1"/>
                </a:highlight>
              </a:defRPr>
            </a:lvl7pPr>
            <a:lvl8pPr indent="-317500" lvl="7" marL="3657600">
              <a:spcBef>
                <a:spcPts val="0"/>
              </a:spcBef>
              <a:spcAft>
                <a:spcPts val="0"/>
              </a:spcAft>
              <a:buClr>
                <a:schemeClr val="accent1"/>
              </a:buClr>
              <a:buSzPts val="1400"/>
              <a:buChar char="○"/>
              <a:defRPr>
                <a:solidFill>
                  <a:schemeClr val="accent1"/>
                </a:solidFill>
                <a:highlight>
                  <a:schemeClr val="lt1"/>
                </a:highlight>
              </a:defRPr>
            </a:lvl8pPr>
            <a:lvl9pPr indent="-317500" lvl="8" marL="4114800">
              <a:spcBef>
                <a:spcPts val="0"/>
              </a:spcBef>
              <a:spcAft>
                <a:spcPts val="0"/>
              </a:spcAft>
              <a:buClr>
                <a:schemeClr val="accent1"/>
              </a:buClr>
              <a:buSzPts val="1400"/>
              <a:buChar char="■"/>
              <a:defRPr>
                <a:solidFill>
                  <a:schemeClr val="accent1"/>
                </a:solidFill>
                <a:highlight>
                  <a:schemeClr val="lt1"/>
                </a:highlight>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accent1"/>
              </a:buClr>
              <a:buSzPts val="2400"/>
              <a:buFont typeface="Amatic SC"/>
              <a:buNone/>
              <a:defRPr b="1" sz="2400">
                <a:solidFill>
                  <a:schemeClr val="accent1"/>
                </a:solidFill>
                <a:latin typeface="Amatic SC"/>
                <a:ea typeface="Amatic SC"/>
                <a:cs typeface="Amatic SC"/>
                <a:sym typeface="Amatic SC"/>
              </a:defRPr>
            </a:lvl1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240275"/>
            <a:ext cx="8520600" cy="19818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highlight>
                  <a:schemeClr val="accent1"/>
                </a:highlight>
              </a:defRPr>
            </a:lvl1pPr>
            <a:lvl2pPr lvl="1" algn="ctr">
              <a:spcBef>
                <a:spcPts val="0"/>
              </a:spcBef>
              <a:spcAft>
                <a:spcPts val="0"/>
              </a:spcAft>
              <a:buClr>
                <a:schemeClr val="lt1"/>
              </a:buClr>
              <a:buSzPts val="12000"/>
              <a:buNone/>
              <a:defRPr sz="12000">
                <a:solidFill>
                  <a:schemeClr val="lt1"/>
                </a:solidFill>
                <a:highlight>
                  <a:schemeClr val="accent1"/>
                </a:highlight>
              </a:defRPr>
            </a:lvl2pPr>
            <a:lvl3pPr lvl="2" algn="ctr">
              <a:spcBef>
                <a:spcPts val="0"/>
              </a:spcBef>
              <a:spcAft>
                <a:spcPts val="0"/>
              </a:spcAft>
              <a:buClr>
                <a:schemeClr val="lt1"/>
              </a:buClr>
              <a:buSzPts val="12000"/>
              <a:buNone/>
              <a:defRPr sz="12000">
                <a:solidFill>
                  <a:schemeClr val="lt1"/>
                </a:solidFill>
                <a:highlight>
                  <a:schemeClr val="accent1"/>
                </a:highlight>
              </a:defRPr>
            </a:lvl3pPr>
            <a:lvl4pPr lvl="3" algn="ctr">
              <a:spcBef>
                <a:spcPts val="0"/>
              </a:spcBef>
              <a:spcAft>
                <a:spcPts val="0"/>
              </a:spcAft>
              <a:buClr>
                <a:schemeClr val="lt1"/>
              </a:buClr>
              <a:buSzPts val="12000"/>
              <a:buNone/>
              <a:defRPr sz="12000">
                <a:solidFill>
                  <a:schemeClr val="lt1"/>
                </a:solidFill>
                <a:highlight>
                  <a:schemeClr val="accent1"/>
                </a:highlight>
              </a:defRPr>
            </a:lvl4pPr>
            <a:lvl5pPr lvl="4" algn="ctr">
              <a:spcBef>
                <a:spcPts val="0"/>
              </a:spcBef>
              <a:spcAft>
                <a:spcPts val="0"/>
              </a:spcAft>
              <a:buClr>
                <a:schemeClr val="lt1"/>
              </a:buClr>
              <a:buSzPts val="12000"/>
              <a:buNone/>
              <a:defRPr sz="12000">
                <a:solidFill>
                  <a:schemeClr val="lt1"/>
                </a:solidFill>
                <a:highlight>
                  <a:schemeClr val="accent1"/>
                </a:highlight>
              </a:defRPr>
            </a:lvl5pPr>
            <a:lvl6pPr lvl="5" algn="ctr">
              <a:spcBef>
                <a:spcPts val="0"/>
              </a:spcBef>
              <a:spcAft>
                <a:spcPts val="0"/>
              </a:spcAft>
              <a:buClr>
                <a:schemeClr val="lt1"/>
              </a:buClr>
              <a:buSzPts val="12000"/>
              <a:buNone/>
              <a:defRPr sz="12000">
                <a:solidFill>
                  <a:schemeClr val="lt1"/>
                </a:solidFill>
                <a:highlight>
                  <a:schemeClr val="accent1"/>
                </a:highlight>
              </a:defRPr>
            </a:lvl6pPr>
            <a:lvl7pPr lvl="6" algn="ctr">
              <a:spcBef>
                <a:spcPts val="0"/>
              </a:spcBef>
              <a:spcAft>
                <a:spcPts val="0"/>
              </a:spcAft>
              <a:buClr>
                <a:schemeClr val="lt1"/>
              </a:buClr>
              <a:buSzPts val="12000"/>
              <a:buNone/>
              <a:defRPr sz="12000">
                <a:solidFill>
                  <a:schemeClr val="lt1"/>
                </a:solidFill>
                <a:highlight>
                  <a:schemeClr val="accent1"/>
                </a:highlight>
              </a:defRPr>
            </a:lvl7pPr>
            <a:lvl8pPr lvl="7" algn="ctr">
              <a:spcBef>
                <a:spcPts val="0"/>
              </a:spcBef>
              <a:spcAft>
                <a:spcPts val="0"/>
              </a:spcAft>
              <a:buClr>
                <a:schemeClr val="lt1"/>
              </a:buClr>
              <a:buSzPts val="12000"/>
              <a:buNone/>
              <a:defRPr sz="12000">
                <a:solidFill>
                  <a:schemeClr val="lt1"/>
                </a:solidFill>
                <a:highlight>
                  <a:schemeClr val="accent1"/>
                </a:highlight>
              </a:defRPr>
            </a:lvl8pPr>
            <a:lvl9pPr lvl="8" algn="ctr">
              <a:spcBef>
                <a:spcPts val="0"/>
              </a:spcBef>
              <a:spcAft>
                <a:spcPts val="0"/>
              </a:spcAft>
              <a:buClr>
                <a:schemeClr val="lt1"/>
              </a:buClr>
              <a:buSzPts val="12000"/>
              <a:buNone/>
              <a:defRPr sz="12000">
                <a:solidFill>
                  <a:schemeClr val="lt1"/>
                </a:solidFill>
                <a:highlight>
                  <a:schemeClr val="accent1"/>
                </a:highlight>
              </a:defRPr>
            </a:lvl9pPr>
          </a:lstStyle>
          <a:p>
            <a:r>
              <a:t>xx%</a:t>
            </a:r>
          </a:p>
        </p:txBody>
      </p:sp>
      <p:sp>
        <p:nvSpPr>
          <p:cNvPr id="48" name="Google Shape;48;p11"/>
          <p:cNvSpPr txBox="1"/>
          <p:nvPr>
            <p:ph idx="1" type="body"/>
          </p:nvPr>
        </p:nvSpPr>
        <p:spPr>
          <a:xfrm>
            <a:off x="311700" y="33046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accent1"/>
              </a:buClr>
              <a:buSzPts val="1800"/>
              <a:buChar char="●"/>
              <a:defRPr>
                <a:solidFill>
                  <a:schemeClr val="accent1"/>
                </a:solidFill>
                <a:highlight>
                  <a:schemeClr val="dk1"/>
                </a:highlight>
              </a:defRPr>
            </a:lvl1pPr>
            <a:lvl2pPr indent="-317500" lvl="1" marL="914400" algn="ctr">
              <a:spcBef>
                <a:spcPts val="0"/>
              </a:spcBef>
              <a:spcAft>
                <a:spcPts val="0"/>
              </a:spcAft>
              <a:buClr>
                <a:schemeClr val="accent1"/>
              </a:buClr>
              <a:buSzPts val="1400"/>
              <a:buChar char="○"/>
              <a:defRPr>
                <a:solidFill>
                  <a:schemeClr val="accent1"/>
                </a:solidFill>
                <a:highlight>
                  <a:schemeClr val="dk1"/>
                </a:highlight>
              </a:defRPr>
            </a:lvl2pPr>
            <a:lvl3pPr indent="-317500" lvl="2" marL="1371600" algn="ctr">
              <a:spcBef>
                <a:spcPts val="0"/>
              </a:spcBef>
              <a:spcAft>
                <a:spcPts val="0"/>
              </a:spcAft>
              <a:buClr>
                <a:schemeClr val="accent1"/>
              </a:buClr>
              <a:buSzPts val="1400"/>
              <a:buChar char="■"/>
              <a:defRPr>
                <a:solidFill>
                  <a:schemeClr val="accent1"/>
                </a:solidFill>
                <a:highlight>
                  <a:schemeClr val="dk1"/>
                </a:highlight>
              </a:defRPr>
            </a:lvl3pPr>
            <a:lvl4pPr indent="-317500" lvl="3" marL="1828800" algn="ctr">
              <a:spcBef>
                <a:spcPts val="0"/>
              </a:spcBef>
              <a:spcAft>
                <a:spcPts val="0"/>
              </a:spcAft>
              <a:buClr>
                <a:schemeClr val="accent1"/>
              </a:buClr>
              <a:buSzPts val="1400"/>
              <a:buChar char="●"/>
              <a:defRPr>
                <a:solidFill>
                  <a:schemeClr val="accent1"/>
                </a:solidFill>
                <a:highlight>
                  <a:schemeClr val="dk1"/>
                </a:highlight>
              </a:defRPr>
            </a:lvl4pPr>
            <a:lvl5pPr indent="-317500" lvl="4" marL="2286000" algn="ctr">
              <a:spcBef>
                <a:spcPts val="0"/>
              </a:spcBef>
              <a:spcAft>
                <a:spcPts val="0"/>
              </a:spcAft>
              <a:buClr>
                <a:schemeClr val="accent1"/>
              </a:buClr>
              <a:buSzPts val="1400"/>
              <a:buChar char="○"/>
              <a:defRPr>
                <a:solidFill>
                  <a:schemeClr val="accent1"/>
                </a:solidFill>
                <a:highlight>
                  <a:schemeClr val="dk1"/>
                </a:highlight>
              </a:defRPr>
            </a:lvl5pPr>
            <a:lvl6pPr indent="-317500" lvl="5" marL="2743200" algn="ctr">
              <a:spcBef>
                <a:spcPts val="0"/>
              </a:spcBef>
              <a:spcAft>
                <a:spcPts val="0"/>
              </a:spcAft>
              <a:buClr>
                <a:schemeClr val="accent1"/>
              </a:buClr>
              <a:buSzPts val="1400"/>
              <a:buChar char="■"/>
              <a:defRPr>
                <a:solidFill>
                  <a:schemeClr val="accent1"/>
                </a:solidFill>
                <a:highlight>
                  <a:schemeClr val="dk1"/>
                </a:highlight>
              </a:defRPr>
            </a:lvl6pPr>
            <a:lvl7pPr indent="-317500" lvl="6" marL="3200400" algn="ctr">
              <a:spcBef>
                <a:spcPts val="0"/>
              </a:spcBef>
              <a:spcAft>
                <a:spcPts val="0"/>
              </a:spcAft>
              <a:buClr>
                <a:schemeClr val="accent1"/>
              </a:buClr>
              <a:buSzPts val="1400"/>
              <a:buChar char="●"/>
              <a:defRPr>
                <a:solidFill>
                  <a:schemeClr val="accent1"/>
                </a:solidFill>
                <a:highlight>
                  <a:schemeClr val="dk1"/>
                </a:highlight>
              </a:defRPr>
            </a:lvl7pPr>
            <a:lvl8pPr indent="-317500" lvl="7" marL="3657600" algn="ctr">
              <a:spcBef>
                <a:spcPts val="0"/>
              </a:spcBef>
              <a:spcAft>
                <a:spcPts val="0"/>
              </a:spcAft>
              <a:buClr>
                <a:schemeClr val="accent1"/>
              </a:buClr>
              <a:buSzPts val="1400"/>
              <a:buChar char="○"/>
              <a:defRPr>
                <a:solidFill>
                  <a:schemeClr val="accent1"/>
                </a:solidFill>
                <a:highlight>
                  <a:schemeClr val="dk1"/>
                </a:highlight>
              </a:defRPr>
            </a:lvl8pPr>
            <a:lvl9pPr indent="-317500" lvl="8" marL="4114800" algn="ctr">
              <a:spcBef>
                <a:spcPts val="0"/>
              </a:spcBef>
              <a:spcAft>
                <a:spcPts val="0"/>
              </a:spcAft>
              <a:buClr>
                <a:schemeClr val="accent1"/>
              </a:buClr>
              <a:buSzPts val="1400"/>
              <a:buChar char="■"/>
              <a:defRPr>
                <a:solidFill>
                  <a:schemeClr val="accent1"/>
                </a:solidFill>
                <a:highlight>
                  <a:schemeClr val="dk1"/>
                </a:highlight>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beach-day">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292850"/>
            <a:ext cx="8520600" cy="8010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1pPr>
            <a:lvl2pPr lvl="1">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2pPr>
            <a:lvl3pPr lvl="2">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3pPr>
            <a:lvl4pPr lvl="3">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4pPr>
            <a:lvl5pPr lvl="4">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5pPr>
            <a:lvl6pPr lvl="5">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6pPr>
            <a:lvl7pPr lvl="6">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7pPr>
            <a:lvl8pPr lvl="7">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8pPr>
            <a:lvl9pPr lvl="8">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9pPr>
          </a:lstStyle>
          <a:p/>
        </p:txBody>
      </p:sp>
      <p:sp>
        <p:nvSpPr>
          <p:cNvPr id="7" name="Google Shape;7;p1"/>
          <p:cNvSpPr txBox="1"/>
          <p:nvPr>
            <p:ph idx="1" type="body"/>
          </p:nvPr>
        </p:nvSpPr>
        <p:spPr>
          <a:xfrm>
            <a:off x="311700" y="1228675"/>
            <a:ext cx="8520600" cy="334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Source Code Pro"/>
                <a:ea typeface="Source Code Pro"/>
                <a:cs typeface="Source Code Pro"/>
                <a:sym typeface="Source Code Pro"/>
              </a:defRPr>
            </a:lvl1pPr>
            <a:lvl2pPr lvl="1" algn="r">
              <a:buNone/>
              <a:defRPr sz="1000">
                <a:solidFill>
                  <a:schemeClr val="accent1"/>
                </a:solidFill>
                <a:latin typeface="Source Code Pro"/>
                <a:ea typeface="Source Code Pro"/>
                <a:cs typeface="Source Code Pro"/>
                <a:sym typeface="Source Code Pro"/>
              </a:defRPr>
            </a:lvl2pPr>
            <a:lvl3pPr lvl="2" algn="r">
              <a:buNone/>
              <a:defRPr sz="1000">
                <a:solidFill>
                  <a:schemeClr val="accent1"/>
                </a:solidFill>
                <a:latin typeface="Source Code Pro"/>
                <a:ea typeface="Source Code Pro"/>
                <a:cs typeface="Source Code Pro"/>
                <a:sym typeface="Source Code Pro"/>
              </a:defRPr>
            </a:lvl3pPr>
            <a:lvl4pPr lvl="3" algn="r">
              <a:buNone/>
              <a:defRPr sz="1000">
                <a:solidFill>
                  <a:schemeClr val="accent1"/>
                </a:solidFill>
                <a:latin typeface="Source Code Pro"/>
                <a:ea typeface="Source Code Pro"/>
                <a:cs typeface="Source Code Pro"/>
                <a:sym typeface="Source Code Pro"/>
              </a:defRPr>
            </a:lvl4pPr>
            <a:lvl5pPr lvl="4" algn="r">
              <a:buNone/>
              <a:defRPr sz="1000">
                <a:solidFill>
                  <a:schemeClr val="accent1"/>
                </a:solidFill>
                <a:latin typeface="Source Code Pro"/>
                <a:ea typeface="Source Code Pro"/>
                <a:cs typeface="Source Code Pro"/>
                <a:sym typeface="Source Code Pro"/>
              </a:defRPr>
            </a:lvl5pPr>
            <a:lvl6pPr lvl="5" algn="r">
              <a:buNone/>
              <a:defRPr sz="1000">
                <a:solidFill>
                  <a:schemeClr val="accent1"/>
                </a:solidFill>
                <a:latin typeface="Source Code Pro"/>
                <a:ea typeface="Source Code Pro"/>
                <a:cs typeface="Source Code Pro"/>
                <a:sym typeface="Source Code Pro"/>
              </a:defRPr>
            </a:lvl6pPr>
            <a:lvl7pPr lvl="6" algn="r">
              <a:buNone/>
              <a:defRPr sz="1000">
                <a:solidFill>
                  <a:schemeClr val="accent1"/>
                </a:solidFill>
                <a:latin typeface="Source Code Pro"/>
                <a:ea typeface="Source Code Pro"/>
                <a:cs typeface="Source Code Pro"/>
                <a:sym typeface="Source Code Pro"/>
              </a:defRPr>
            </a:lvl7pPr>
            <a:lvl8pPr lvl="7" algn="r">
              <a:buNone/>
              <a:defRPr sz="1000">
                <a:solidFill>
                  <a:schemeClr val="accent1"/>
                </a:solidFill>
                <a:latin typeface="Source Code Pro"/>
                <a:ea typeface="Source Code Pro"/>
                <a:cs typeface="Source Code Pro"/>
                <a:sym typeface="Source Code Pro"/>
              </a:defRPr>
            </a:lvl8pPr>
            <a:lvl9pPr lvl="8" algn="r">
              <a:buNone/>
              <a:defRPr sz="1000">
                <a:solidFill>
                  <a:schemeClr val="accent1"/>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3"/>
          <p:cNvSpPr txBox="1"/>
          <p:nvPr>
            <p:ph type="ctrTitle"/>
          </p:nvPr>
        </p:nvSpPr>
        <p:spPr>
          <a:xfrm>
            <a:off x="311700" y="392150"/>
            <a:ext cx="8520600" cy="26904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Data Feminism 1-4 Discussion Questions</a:t>
            </a:r>
            <a:endParaRPr/>
          </a:p>
        </p:txBody>
      </p:sp>
      <p:sp>
        <p:nvSpPr>
          <p:cNvPr id="57" name="Google Shape;57;p13"/>
          <p:cNvSpPr txBox="1"/>
          <p:nvPr>
            <p:ph idx="1" type="subTitle"/>
          </p:nvPr>
        </p:nvSpPr>
        <p:spPr>
          <a:xfrm>
            <a:off x="311700" y="3890400"/>
            <a:ext cx="8520600" cy="706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Vee Kennedy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Chapter One: The Power chapter</a:t>
            </a:r>
            <a:endParaRPr/>
          </a:p>
        </p:txBody>
      </p:sp>
      <p:sp>
        <p:nvSpPr>
          <p:cNvPr id="63" name="Google Shape;63;p14"/>
          <p:cNvSpPr txBox="1"/>
          <p:nvPr>
            <p:ph idx="1" type="body"/>
          </p:nvPr>
        </p:nvSpPr>
        <p:spPr>
          <a:xfrm>
            <a:off x="311700" y="1228675"/>
            <a:ext cx="8520600" cy="3995400"/>
          </a:xfrm>
          <a:prstGeom prst="rect">
            <a:avLst/>
          </a:prstGeom>
        </p:spPr>
        <p:txBody>
          <a:bodyPr anchorCtr="0" anchor="t" bIns="91425" lIns="91425" spcFirstLastPara="1" rIns="91425" wrap="square" tIns="91425">
            <a:normAutofit/>
          </a:bodyPr>
          <a:lstStyle/>
          <a:p>
            <a:pPr indent="0" lvl="0" marL="0" rtl="0" algn="l">
              <a:spcBef>
                <a:spcPts val="900"/>
              </a:spcBef>
              <a:spcAft>
                <a:spcPts val="0"/>
              </a:spcAft>
              <a:buNone/>
            </a:pPr>
            <a:r>
              <a:rPr lang="en" sz="1900">
                <a:solidFill>
                  <a:srgbClr val="2D3B45"/>
                </a:solidFill>
                <a:highlight>
                  <a:srgbClr val="FFFFFF"/>
                </a:highlight>
                <a:latin typeface="Arial"/>
                <a:ea typeface="Arial"/>
                <a:cs typeface="Arial"/>
                <a:sym typeface="Arial"/>
              </a:rPr>
              <a:t>The authors ask: “Who does the work (and who is pushed out)? Who benefits (and who is neglected or harmed)? Whose priorities get turned into products (and whose are overlooked)?” (D’Ignazio &amp; Klein 47) Consider these questions in the context of your work and budding research projects here in T&amp;T. Who is doing the work (who are you, in terms of your subject positionalities, as a researcher)? Who benefits from your research (and who is neglected or harmed? In terms of your research projects, whose priorities get turned into products or are overlooked?  </a:t>
            </a:r>
            <a:endParaRPr sz="1900">
              <a:solidFill>
                <a:srgbClr val="2D3B45"/>
              </a:solidFill>
              <a:highlight>
                <a:srgbClr val="FFFFFF"/>
              </a:highlight>
              <a:latin typeface="Arial"/>
              <a:ea typeface="Arial"/>
              <a:cs typeface="Arial"/>
              <a:sym typeface="Arial"/>
            </a:endParaRPr>
          </a:p>
          <a:p>
            <a:pPr indent="0" lvl="0" marL="0" rtl="0" algn="l">
              <a:spcBef>
                <a:spcPts val="900"/>
              </a:spcBef>
              <a:spcAft>
                <a:spcPts val="0"/>
              </a:spcAft>
              <a:buNone/>
            </a:pPr>
            <a:r>
              <a:rPr lang="en" sz="1700">
                <a:solidFill>
                  <a:srgbClr val="2D3B45"/>
                </a:solidFill>
                <a:highlight>
                  <a:srgbClr val="FFFFFF"/>
                </a:highlight>
                <a:latin typeface="Arial"/>
                <a:ea typeface="Arial"/>
                <a:cs typeface="Arial"/>
                <a:sym typeface="Arial"/>
              </a:rPr>
              <a:t> </a:t>
            </a:r>
            <a:endParaRPr sz="1700">
              <a:solidFill>
                <a:srgbClr val="2D3B45"/>
              </a:solidFill>
              <a:highlight>
                <a:srgbClr val="FFFFFF"/>
              </a:highlight>
              <a:latin typeface="Arial"/>
              <a:ea typeface="Arial"/>
              <a:cs typeface="Arial"/>
              <a:sym typeface="Arial"/>
            </a:endParaRPr>
          </a:p>
          <a:p>
            <a:pPr indent="0" lvl="0" marL="0" rtl="0" algn="l">
              <a:spcBef>
                <a:spcPts val="9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Chapter Two: Collect, Analyze, Imagine, Teach</a:t>
            </a:r>
            <a:endParaRPr/>
          </a:p>
        </p:txBody>
      </p:sp>
      <p:sp>
        <p:nvSpPr>
          <p:cNvPr id="69" name="Google Shape;69;p1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2000">
                <a:solidFill>
                  <a:srgbClr val="2D3B45"/>
                </a:solidFill>
                <a:highlight>
                  <a:srgbClr val="FFFFFF"/>
                </a:highlight>
                <a:latin typeface="Arial"/>
                <a:ea typeface="Arial"/>
                <a:cs typeface="Arial"/>
                <a:sym typeface="Arial"/>
              </a:rPr>
              <a:t>The authors ask: “Who is it, exactly, that needs to be shown the harms of such differentials of power? And what kind of proof do they require to believe that oppression is real?” (D’Ignazio &amp; Klein 57) – Consider these questions in the context of your budding research projects for T&amp;T. Are there any differentials of power that need to be addressed or disclosed within your work, and what is the ‘proof’ of those differentials? To whom does it matter? </a:t>
            </a:r>
            <a:endParaRPr sz="26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Chapter three: on rational, scientific, objective viewpoints from mythical, imaginary standpoints </a:t>
            </a:r>
            <a:endParaRPr/>
          </a:p>
        </p:txBody>
      </p:sp>
      <p:sp>
        <p:nvSpPr>
          <p:cNvPr id="75" name="Google Shape;75;p16"/>
          <p:cNvSpPr txBox="1"/>
          <p:nvPr>
            <p:ph idx="1" type="body"/>
          </p:nvPr>
        </p:nvSpPr>
        <p:spPr>
          <a:xfrm>
            <a:off x="366400" y="1754825"/>
            <a:ext cx="8520600" cy="3388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900">
                <a:solidFill>
                  <a:srgbClr val="2D3B45"/>
                </a:solidFill>
                <a:highlight>
                  <a:srgbClr val="FFFFFF"/>
                </a:highlight>
                <a:latin typeface="Arial"/>
                <a:ea typeface="Arial"/>
                <a:cs typeface="Arial"/>
                <a:sym typeface="Arial"/>
              </a:rPr>
              <a:t>The authors ask: “Rather than making universal rules and ratios (think: data-ink) that exclude some aspects of the human experience in favor of other, our time is better spent working toward a more holistic and more inclusive ideal. All design fields, including visualization and data communications, are fields of possibility.” (D’Ignazio &amp; Klein 96). What do you think are appropriate ratios for your own specific work or a current given project between traditionally perceived (and perhaps patriarchal) notions rationality vs. emotional considerations?</a:t>
            </a:r>
            <a:endParaRPr sz="19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Chapter Four: WHat gets counted, counts</a:t>
            </a:r>
            <a:endParaRPr/>
          </a:p>
        </p:txBody>
      </p:sp>
      <p:sp>
        <p:nvSpPr>
          <p:cNvPr id="81" name="Google Shape;81;p1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900">
                <a:solidFill>
                  <a:srgbClr val="2D3B45"/>
                </a:solidFill>
                <a:highlight>
                  <a:srgbClr val="FFFFFF"/>
                </a:highlight>
                <a:latin typeface="Arial"/>
                <a:ea typeface="Arial"/>
                <a:cs typeface="Arial"/>
                <a:sym typeface="Arial"/>
              </a:rPr>
              <a:t>The authors state: “Counting and classification can be powerful parts of the process of creating knowledge. But they’re also tools of power in themselves. Historically, counting and classification have been used to dominate, discipline, and exclude,” (D’Ignazio &amp; Klein, 122-123) Take a look at your own project or some of your intended research work here in T&amp;T. Do you see any places where your intended coding procedures where you are counting or classifying data potentially “dominate, discipline, or exclude”?</a:t>
            </a:r>
            <a:endParaRPr sz="1900"/>
          </a:p>
        </p:txBody>
      </p:sp>
    </p:spTree>
  </p:cSld>
  <p:clrMapOvr>
    <a:masterClrMapping/>
  </p:clrMapOvr>
</p:sld>
</file>

<file path=ppt/theme/theme1.xml><?xml version="1.0" encoding="utf-8"?>
<a:theme xmlns:a="http://schemas.openxmlformats.org/drawingml/2006/main" xmlns:r="http://schemas.openxmlformats.org/officeDocument/2006/relationships" name="Beach Day">
  <a:themeElements>
    <a:clrScheme name="Beach Day">
      <a:dk1>
        <a:srgbClr val="00FDC8"/>
      </a:dk1>
      <a:lt1>
        <a:srgbClr val="FFFFFF"/>
      </a:lt1>
      <a:dk2>
        <a:srgbClr val="666666"/>
      </a:dk2>
      <a:lt2>
        <a:srgbClr val="EEEEEE"/>
      </a:lt2>
      <a:accent1>
        <a:srgbClr val="212121"/>
      </a:accent1>
      <a:accent2>
        <a:srgbClr val="455A64"/>
      </a:accent2>
      <a:accent3>
        <a:srgbClr val="78909C"/>
      </a:accent3>
      <a:accent4>
        <a:srgbClr val="7C7CE0"/>
      </a:accent4>
      <a:accent5>
        <a:srgbClr val="DB4437"/>
      </a:accent5>
      <a:accent6>
        <a:srgbClr val="F6CD4C"/>
      </a:accent6>
      <a:hlink>
        <a:srgbClr val="DB4437"/>
      </a:hlink>
      <a:folHlink>
        <a:srgbClr val="DB443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